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1097280"/>
            <a:ext cx="2926080" cy="2926080"/>
          </a:xfrm>
          <a:prstGeom prst="ellipse">
            <a:avLst/>
          </a:prstGeom>
          <a:solidFill>
            <a:srgbClr val="1FA8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A8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548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CampusCare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FE0D0"/>
                </a:solidFill>
              </a:rPr>
              <a:t>MINI PROJECT REVIEW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745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Campus Issue Reporting &amp; Tracking System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8DF"/>
                </a:solidFill>
              </a:rPr>
              <a:t>Report. Route. Resolve. Track every campus complaint in one place.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FC4"/>
                </a:solidFill>
              </a:rPr>
              <a:t>B.Tech III Year  |  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BACKGROUND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64008" cy="36576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81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Scattered complaints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385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Issues are reported verbally, on paper or in WhatsApp groups and easily get lost.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08760"/>
            <a:ext cx="64008" cy="365760"/>
          </a:xfrm>
          <a:prstGeom prst="rect">
            <a:avLst/>
          </a:prstGeom>
          <a:solidFill>
            <a:srgbClr val="1FA8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481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No transparency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9385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Students cannot see whether anyone is working on their complaint.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64008" cy="36576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0815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Wrong department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5387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Complaints reach the wrong person, causing delays and repeat follow-ups.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108960"/>
            <a:ext cx="64008" cy="365760"/>
          </a:xfrm>
          <a:prstGeom prst="rect">
            <a:avLst/>
          </a:prstGeom>
          <a:solidFill>
            <a:srgbClr val="1FA8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30815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No accountability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53872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Management has no record of response time, history or recurring issues.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Our Solution: CampusCare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A"/>
                </a:solidFill>
              </a:rPr>
              <a:t>A web portal where students raise complaints and faculty resolve them with full, visible tracking.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0F6B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</a:rPr>
              <a:t>Simple reporting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16B"/>
                </a:solidFill>
              </a:rPr>
              <a:t>Structured form: title, category, location, description, priority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01168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2194560"/>
            <a:ext cx="457200" cy="457200"/>
          </a:xfrm>
          <a:prstGeom prst="ellipse">
            <a:avLst/>
          </a:prstGeom>
          <a:solidFill>
            <a:srgbClr val="1FA8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889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</a:rPr>
              <a:t>Smart routing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2004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16B"/>
                </a:solidFill>
              </a:rPr>
              <a:t>Each complaint is assigned to the right department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01168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194560"/>
            <a:ext cx="457200" cy="457200"/>
          </a:xfrm>
          <a:prstGeom prst="ellipse">
            <a:avLst/>
          </a:prstGeom>
          <a:solidFill>
            <a:srgbClr val="0F6B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</a:rPr>
              <a:t>Live tracking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2004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16B"/>
                </a:solidFill>
              </a:rPr>
              <a:t>Status and remarks visible to the student at every step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201168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2194560"/>
            <a:ext cx="457200" cy="457200"/>
          </a:xfrm>
          <a:prstGeom prst="ellipse">
            <a:avLst/>
          </a:prstGeom>
          <a:solidFill>
            <a:srgbClr val="1FA8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9037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</a:rPr>
              <a:t>Faculty dashboard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32004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16B"/>
                </a:solidFill>
              </a:rPr>
              <a:t>One place to review, update and close issues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GOALS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74320" cy="274320"/>
          </a:xfrm>
          <a:prstGeom prst="ellipse">
            <a:avLst/>
          </a:prstGeom>
          <a:solidFill>
            <a:srgbClr val="0F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258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A"/>
                </a:solidFill>
              </a:rPr>
              <a:t>Provide one digital channel for all campus complaints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74320" cy="274320"/>
          </a:xfrm>
          <a:prstGeom prst="ellipse">
            <a:avLst/>
          </a:prstGeom>
          <a:solidFill>
            <a:srgbClr val="0F6B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8745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A"/>
                </a:solidFill>
              </a:rPr>
              <a:t>Give every complaint a unique ticket ID for easy reference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274320" cy="274320"/>
          </a:xfrm>
          <a:prstGeom prst="ellipse">
            <a:avLst/>
          </a:prstGeom>
          <a:solidFill>
            <a:srgbClr val="0F6B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4231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A"/>
                </a:solidFill>
              </a:rPr>
              <a:t>Let students track status: Submitted, In Progress, Resolved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0F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9718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A"/>
                </a:solidFill>
              </a:rPr>
              <a:t>Allow faculty to add remarks and keep a complete update history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274320" cy="274320"/>
          </a:xfrm>
          <a:prstGeom prst="ellipse">
            <a:avLst/>
          </a:prstGeom>
          <a:solidFill>
            <a:srgbClr val="0F6B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5204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A"/>
                </a:solidFill>
              </a:rPr>
              <a:t>Separate student and faculty access using role-based login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274320" cy="274320"/>
          </a:xfrm>
          <a:prstGeom prst="ellipse">
            <a:avLst/>
          </a:prstGeom>
          <a:solidFill>
            <a:srgbClr val="0F6B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0690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A"/>
                </a:solidFill>
              </a:rPr>
              <a:t>Improve response time and accountability across departments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FUNCTIONALITY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User Roles &amp;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931920" cy="54864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Student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2A"/>
                </a:solidFill>
              </a:rPr>
              <a:t>Register and log in securely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2A"/>
                </a:solidFill>
              </a:rPr>
              <a:t>Submit a complaint with category, location and priority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2A"/>
                </a:solidFill>
              </a:rPr>
              <a:t>Receive a unique ticket ID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2A"/>
                </a:solidFill>
              </a:rPr>
              <a:t>Track status and read faculty remarks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2A"/>
                </a:solidFill>
              </a:rPr>
              <a:t>View own complaint history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3931920" cy="548640"/>
          </a:xfrm>
          <a:prstGeom prst="rect">
            <a:avLst/>
          </a:prstGeom>
          <a:solidFill>
            <a:srgbClr val="1FA8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Faculty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1031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2A"/>
                </a:solidFill>
              </a:rPr>
              <a:t>Log in to a dedicated dashboard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2A"/>
                </a:solidFill>
              </a:rPr>
              <a:t>View complaints for their department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2A"/>
                </a:solidFill>
              </a:rPr>
              <a:t>Update status: In Progress or Resolved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2A"/>
                </a:solidFill>
              </a:rPr>
              <a:t>Add remarks for the student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2A"/>
                </a:solidFill>
              </a:rPr>
              <a:t>Every change saved in history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FUNCTIONALITY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System Modules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64008" cy="36576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81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Authentication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3852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Register, login and role check for students and faculty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08760"/>
            <a:ext cx="64008" cy="365760"/>
          </a:xfrm>
          <a:prstGeom prst="rect">
            <a:avLst/>
          </a:prstGeom>
          <a:solidFill>
            <a:srgbClr val="1FA8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481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Complaint Submission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93852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Form with category, location, priority and auto ticket 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63240"/>
            <a:ext cx="64008" cy="36576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035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Complaint Tracking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4930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Students view live status and faculty remarks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63240"/>
            <a:ext cx="64008" cy="365760"/>
          </a:xfrm>
          <a:prstGeom prst="rect">
            <a:avLst/>
          </a:prstGeom>
          <a:solidFill>
            <a:srgbClr val="1FA8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3035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Faculty Management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4930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Review, update status and add remarks per department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DESIGN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0F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 Frontend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6F2"/>
                </a:solidFill>
              </a:rPr>
              <a:t>Vite, runs on localhost:5173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6F2"/>
                </a:solidFill>
              </a:rPr>
              <a:t>Login, Register, Student and Faculty dashboards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44368" y="25603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B4F"/>
                </a:solidFill>
              </a:rPr>
              <a:t>⇄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1FA8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REST API Server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4231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6F2"/>
                </a:solidFill>
              </a:rPr>
              <a:t>Handles authentication, complaint logic, role checks and status updates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79008" y="25603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B4F"/>
                </a:solidFill>
              </a:rPr>
              <a:t>⇄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377440" cy="2103120"/>
          </a:xfrm>
          <a:prstGeom prst="roundRect">
            <a:avLst>
              <a:gd name="adj" fmla="val 4348"/>
            </a:avLst>
          </a:prstGeom>
          <a:solidFill>
            <a:srgbClr val="0B5C7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MySQL Database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4231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6F2"/>
                </a:solidFill>
              </a:rPr>
              <a:t>campuscare-newdb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6F2"/>
                </a:solidFill>
              </a:rPr>
              <a:t>users, complaints, complaint_history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6B"/>
                </a:solidFill>
              </a:rPr>
              <a:t>Three-tier design keeps the UI, business logic and data independent and easy to maintain.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TOOLS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64008" cy="36576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81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3852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React, Vite, CSS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08760"/>
            <a:ext cx="64008" cy="365760"/>
          </a:xfrm>
          <a:prstGeom prst="rect">
            <a:avLst/>
          </a:prstGeom>
          <a:solidFill>
            <a:srgbClr val="1FA8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481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93852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REST API server (JavaScript)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63240"/>
            <a:ext cx="64008" cy="36576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035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Database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4930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MySQL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63240"/>
            <a:ext cx="64008" cy="365760"/>
          </a:xfrm>
          <a:prstGeom prst="rect">
            <a:avLst/>
          </a:prstGeom>
          <a:solidFill>
            <a:srgbClr val="1FA8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3035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Security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4930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Role-based login, hashed passwords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DATA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Database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4572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659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16B"/>
                </a:solidFill>
              </a:rPr>
              <a:t>id, username (unique), student_name, email (unique), password, role (student / faculty), department, created_at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solidFill>
            <a:srgbClr val="1FA8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complaints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659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16B"/>
                </a:solidFill>
              </a:rPr>
              <a:t>id, ticket_id (unique), username, title, category, location, description, priority, department, status, faculty_remark, created_at, updated_at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2560320" cy="4572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complaint_history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659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716B"/>
                </a:solidFill>
              </a:rPr>
              <a:t>id, complaint_id (FK), status, remark, updated_by, created_at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16B"/>
                </a:solidFill>
              </a:rPr>
              <a:t>complaint_history links to complaints with ON DELETE CASCADE, keeping an audit trail of every update.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WORKFLOW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Complaint Lifecycle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377440" cy="914400"/>
          </a:xfrm>
          <a:prstGeom prst="roundRect">
            <a:avLst>
              <a:gd name="adj" fmla="val 50000"/>
            </a:avLst>
          </a:prstGeom>
          <a:solidFill>
            <a:srgbClr val="0F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Submitted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A"/>
                </a:solidFill>
              </a:rPr>
              <a:t>Student files complaint, ticket ID generated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7830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B4F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377440" cy="914400"/>
          </a:xfrm>
          <a:prstGeom prst="roundRect">
            <a:avLst>
              <a:gd name="adj" fmla="val 50000"/>
            </a:avLst>
          </a:prstGeom>
          <a:solidFill>
            <a:srgbClr val="1FA8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 Progress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A"/>
                </a:solidFill>
              </a:rPr>
              <a:t>Faculty picks it up and adds a remark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7830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B4F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377440" cy="914400"/>
          </a:xfrm>
          <a:prstGeom prst="roundRect">
            <a:avLst>
              <a:gd name="adj" fmla="val 50000"/>
            </a:avLst>
          </a:prstGeom>
          <a:solidFill>
            <a:srgbClr val="0B5C7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Resolved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A"/>
                </a:solidFill>
              </a:rPr>
              <a:t>Issue fixed, final remark recorded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6576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3D2E"/>
                </a:solidFill>
              </a:rPr>
              <a:t>Every status change is stored in complaint_history with the remark, who updated it and when.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SECURITY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Authentication &amp; Access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F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 opens app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B4F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51760" y="17373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1FA8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8920" y="17373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Selects role (Student / Faculty)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B4F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B5C7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7373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Username + password verified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B4F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58000" y="173736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0F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95160" y="17373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Role-based dashboard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16B"/>
                </a:solidFill>
              </a:rPr>
              <a:t>Unique username and email prevent duplicate accounts. The role field in the users table decides which dashboard and actions a user gets.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SCREENS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Implementation: Login Page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926080" cy="3291840"/>
          </a:xfrm>
          <a:prstGeom prst="rect">
            <a:avLst/>
          </a:prstGeom>
          <a:solidFill>
            <a:srgbClr val="0A3A2C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1234440"/>
            <a:ext cx="1737360" cy="3291840"/>
          </a:xfrm>
          <a:prstGeom prst="rect">
            <a:avLst/>
          </a:prstGeom>
          <a:solidFill>
            <a:srgbClr val="0F6B4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651760" y="1234440"/>
            <a:ext cx="822960" cy="3291840"/>
          </a:xfrm>
          <a:prstGeom prst="rect">
            <a:avLst/>
          </a:prstGeom>
          <a:solidFill>
            <a:srgbClr val="1FA89A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1234440"/>
            <a:ext cx="2926080" cy="3291840"/>
          </a:xfrm>
          <a:prstGeom prst="rect">
            <a:avLst/>
          </a:prstGeom>
          <a:solidFill>
            <a:srgbClr val="EEF4F1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4173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B5A4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1417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4173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CampusCare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14884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spc="100" kern="0" dirty="0">
                <a:solidFill>
                  <a:srgbClr val="7FE0D0"/>
                </a:solidFill>
              </a:rPr>
              <a:t>CAMPUS ISSUE MANAGEMENT</a:t>
            </a:r>
            <a:endParaRPr lang="en-US" sz="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331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 better campus starts with you.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CFEDE6"/>
                </a:solidFill>
              </a:rPr>
              <a:t>Report campus problems, connect with the right department, and track every update in one place.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146304" cy="14630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520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</a:rPr>
              <a:t>✓</a:t>
            </a:r>
            <a:endParaRPr lang="en-US" sz="5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52044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Simple complaint reporting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731520" y="3739896"/>
            <a:ext cx="146304" cy="14630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73989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</a:rPr>
              <a:t>✓</a:t>
            </a:r>
            <a:endParaRPr lang="en-US" sz="5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73989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Transparent progress tracking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731520" y="3959352"/>
            <a:ext cx="146304" cy="14630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9593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</a:rPr>
              <a:t>✓</a:t>
            </a:r>
            <a:endParaRPr lang="en-US" sz="5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95935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Dedicated faculty dashboard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2519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9FCFC4"/>
                </a:solidFill>
              </a:rPr>
              <a:t>CampusCare · Campus Issue Reporting System</a:t>
            </a:r>
            <a:endParaRPr lang="en-US" sz="450" dirty="0"/>
          </a:p>
        </p:txBody>
      </p:sp>
      <p:sp>
        <p:nvSpPr>
          <p:cNvPr id="25" name="Shape 23"/>
          <p:cNvSpPr/>
          <p:nvPr/>
        </p:nvSpPr>
        <p:spPr>
          <a:xfrm>
            <a:off x="3657600" y="150876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CE8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40480" y="164592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spc="100" kern="0" dirty="0">
                <a:solidFill>
                  <a:srgbClr val="0F6B4F"/>
                </a:solidFill>
              </a:rPr>
              <a:t>WELCOME BACK</a:t>
            </a:r>
            <a:endParaRPr lang="en-US" sz="5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D2E"/>
                </a:solidFill>
              </a:rPr>
              <a:t>Sign in to your account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207568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F716B"/>
                </a:solidFill>
              </a:rPr>
              <a:t>Enter the username and password you registered with.</a:t>
            </a:r>
            <a:endParaRPr lang="en-US" sz="5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228600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F2D2A"/>
                </a:solidFill>
              </a:rPr>
              <a:t>Login as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3840480" y="2423160"/>
            <a:ext cx="2194560" cy="237744"/>
          </a:xfrm>
          <a:prstGeom prst="roundRect">
            <a:avLst>
              <a:gd name="adj" fmla="val 15385"/>
            </a:avLst>
          </a:prstGeom>
          <a:solidFill>
            <a:srgbClr val="F6FAF8"/>
          </a:solidFill>
          <a:ln w="9525">
            <a:solidFill>
              <a:srgbClr val="DCE8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31920" y="24231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1F2D2A"/>
                </a:solidFill>
              </a:rPr>
              <a:t>Student</a:t>
            </a:r>
            <a:endParaRPr lang="en-US" sz="550" dirty="0"/>
          </a:p>
        </p:txBody>
      </p:sp>
      <p:sp>
        <p:nvSpPr>
          <p:cNvPr id="32" name="Text 30"/>
          <p:cNvSpPr txBox="1"/>
          <p:nvPr/>
        </p:nvSpPr>
        <p:spPr>
          <a:xfrm>
            <a:off x="3840480" y="269748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F2D2A"/>
                </a:solidFill>
              </a:rPr>
              <a:t>Username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3840480" y="2834640"/>
            <a:ext cx="2194560" cy="237744"/>
          </a:xfrm>
          <a:prstGeom prst="roundRect">
            <a:avLst>
              <a:gd name="adj" fmla="val 15385"/>
            </a:avLst>
          </a:prstGeom>
          <a:solidFill>
            <a:srgbClr val="F6FAF8"/>
          </a:solidFill>
          <a:ln w="9525">
            <a:solidFill>
              <a:srgbClr val="DCE8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31920" y="2834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AA9A4"/>
                </a:solidFill>
              </a:rPr>
              <a:t>Enter your username</a:t>
            </a:r>
            <a:endParaRPr lang="en-US" sz="550" dirty="0"/>
          </a:p>
        </p:txBody>
      </p:sp>
      <p:sp>
        <p:nvSpPr>
          <p:cNvPr id="35" name="Text 33"/>
          <p:cNvSpPr txBox="1"/>
          <p:nvPr/>
        </p:nvSpPr>
        <p:spPr>
          <a:xfrm>
            <a:off x="3840480" y="310896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F2D2A"/>
                </a:solidFill>
              </a:rPr>
              <a:t>Password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3840480" y="3246120"/>
            <a:ext cx="2194560" cy="237744"/>
          </a:xfrm>
          <a:prstGeom prst="roundRect">
            <a:avLst>
              <a:gd name="adj" fmla="val 15385"/>
            </a:avLst>
          </a:prstGeom>
          <a:solidFill>
            <a:srgbClr val="F6FAF8"/>
          </a:solidFill>
          <a:ln w="9525">
            <a:solidFill>
              <a:srgbClr val="DCE8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931920" y="3246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9AA9A4"/>
                </a:solidFill>
              </a:rPr>
              <a:t>Enter your password</a:t>
            </a:r>
            <a:endParaRPr lang="en-US" sz="550" dirty="0"/>
          </a:p>
        </p:txBody>
      </p:sp>
      <p:sp>
        <p:nvSpPr>
          <p:cNvPr id="38" name="Text 36"/>
          <p:cNvSpPr txBox="1"/>
          <p:nvPr/>
        </p:nvSpPr>
        <p:spPr>
          <a:xfrm>
            <a:off x="5806440" y="242316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716B"/>
                </a:solidFill>
              </a:rPr>
              <a:t>⌄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840480" y="3520440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0F6B4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84048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Sign In  →</a:t>
            </a:r>
            <a:endParaRPr lang="en-US" sz="650" dirty="0"/>
          </a:p>
        </p:txBody>
      </p:sp>
      <p:sp>
        <p:nvSpPr>
          <p:cNvPr id="41" name="Text 39"/>
          <p:cNvSpPr txBox="1"/>
          <p:nvPr/>
        </p:nvSpPr>
        <p:spPr>
          <a:xfrm>
            <a:off x="3840480" y="39044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F716B"/>
                </a:solidFill>
              </a:rPr>
              <a:t>Don't have an account?</a:t>
            </a:r>
            <a:endParaRPr lang="en-US" sz="500" dirty="0"/>
          </a:p>
        </p:txBody>
      </p:sp>
      <p:sp>
        <p:nvSpPr>
          <p:cNvPr id="42" name="Shape 40"/>
          <p:cNvSpPr/>
          <p:nvPr/>
        </p:nvSpPr>
        <p:spPr>
          <a:xfrm>
            <a:off x="5074920" y="3886200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0F6B4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074920" y="388620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</a:rPr>
              <a:t>Create Account</a:t>
            </a:r>
            <a:endParaRPr lang="en-US" sz="500" dirty="0"/>
          </a:p>
        </p:txBody>
      </p:sp>
      <p:sp>
        <p:nvSpPr>
          <p:cNvPr id="44" name="Text 42"/>
          <p:cNvSpPr txBox="1"/>
          <p:nvPr/>
        </p:nvSpPr>
        <p:spPr>
          <a:xfrm>
            <a:off x="6629400" y="128016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3D2E"/>
                </a:solidFill>
              </a:rPr>
              <a:t>What it offers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D2A"/>
                </a:solidFill>
              </a:rPr>
              <a:t>Role selector: Student or Faculty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D2A"/>
                </a:solidFill>
              </a:rPr>
              <a:t>Username and password login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D2A"/>
                </a:solidFill>
              </a:rPr>
              <a:t>Quick sign-up with Create Account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D2A"/>
                </a:solidFill>
              </a:rPr>
              <a:t>Redirects to the right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IMPACT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Advantages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64008" cy="36576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81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Transparency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3852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Students always know the status of their complaint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08760"/>
            <a:ext cx="64008" cy="365760"/>
          </a:xfrm>
          <a:prstGeom prst="rect">
            <a:avLst/>
          </a:prstGeom>
          <a:solidFill>
            <a:srgbClr val="1FA8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481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Faster resolution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93852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Right department sees the issue immediately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63240"/>
            <a:ext cx="64008" cy="36576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035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Accountability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4930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Complete history of who updated what and when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63240"/>
            <a:ext cx="64008" cy="365760"/>
          </a:xfrm>
          <a:prstGeom prst="rect">
            <a:avLst/>
          </a:prstGeom>
          <a:solidFill>
            <a:srgbClr val="1FA8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3035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Paperless &amp; scalable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4930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Replaces manual registers and works for any campus size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NEXT STEPS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64008" cy="36576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481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Email / SMS alerts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3852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Notify students on every status change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08760"/>
            <a:ext cx="64008" cy="365760"/>
          </a:xfrm>
          <a:prstGeom prst="rect">
            <a:avLst/>
          </a:prstGeom>
          <a:solidFill>
            <a:srgbClr val="1FA8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1481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Photo attachments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93852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Upload evidence with a complaint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63240"/>
            <a:ext cx="64008" cy="36576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035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Admin &amp; analytics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4930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Charts of complaints by category and resolution 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E3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63240"/>
            <a:ext cx="64008" cy="365760"/>
          </a:xfrm>
          <a:prstGeom prst="rect">
            <a:avLst/>
          </a:prstGeom>
          <a:solidFill>
            <a:srgbClr val="1FA8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3035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</a:rPr>
              <a:t>Mobile app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4930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6B"/>
                </a:solidFill>
              </a:rPr>
              <a:t>Easy reporting on the go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A89A"/>
                </a:solidFill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D2A"/>
                </a:solidFill>
              </a:rPr>
              <a:t>CampusCare turns scattered, untracked complaints into a transparent, accountable workflow. Students report easily, faculty respond efficiently, and every update is recorded.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Full-stack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6F2"/>
                </a:solidFill>
              </a:rPr>
              <a:t>React + API + MySQL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9260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FA8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Role-based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6F2"/>
                </a:solidFill>
              </a:rPr>
              <a:t>Student and faculty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9260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F6B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Extensible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611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6F2"/>
                </a:solidFill>
              </a:rPr>
              <a:t>Alerts, analytics, mobile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Our Team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F6B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Sd. Esha Parwaz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47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8DF"/>
                </a:solidFill>
              </a:rPr>
              <a:t>24KB1A05KH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F6B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B. Sai Hima Bindu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47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8DF"/>
                </a:solidFill>
              </a:rPr>
              <a:t>24KB1A0563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F6B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Sk. Ahadiya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47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8DF"/>
                </a:solidFill>
              </a:rPr>
              <a:t>24KB1A05GZ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F6B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Y. Bhuvaneswari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0358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8DF"/>
                </a:solidFill>
              </a:rPr>
              <a:t>24KB1A05PB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2468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0F6B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7472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P. Ruchika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0358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8DF"/>
                </a:solidFill>
              </a:rPr>
              <a:t>24KB1A05EL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FE0D0"/>
                </a:solidFill>
              </a:rPr>
              <a:t>Thank you! 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CampusCare</dc:title>
  <dc:subject>PptxGenJS Presentation</dc:subject>
  <dc:creator>PptxGenJS</dc:creator>
  <cp:lastModifiedBy>PptxGenJS</cp:lastModifiedBy>
  <cp:revision>1</cp:revision>
  <dcterms:created xsi:type="dcterms:W3CDTF">2026-10-29T02:22:55Z</dcterms:created>
  <dcterms:modified xsi:type="dcterms:W3CDTF">2026-10-29T02:22:55Z</dcterms:modified>
</cp:coreProperties>
</file>